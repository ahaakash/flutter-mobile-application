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089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825" cy="1089025"/>
          </a:xfrm>
          <a:custGeom>
            <a:avLst/>
            <a:gdLst/>
            <a:ahLst/>
            <a:cxnLst/>
            <a:rect l="l" t="t" r="r" b="b"/>
            <a:pathLst>
              <a:path w="9140825" h="1089025">
                <a:moveTo>
                  <a:pt x="0" y="1088999"/>
                </a:moveTo>
                <a:lnTo>
                  <a:pt x="9140761" y="1088999"/>
                </a:lnTo>
                <a:lnTo>
                  <a:pt x="9140761" y="0"/>
                </a:lnTo>
                <a:lnTo>
                  <a:pt x="0" y="0"/>
                </a:lnTo>
                <a:lnTo>
                  <a:pt x="0" y="108899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96" y="6192354"/>
            <a:ext cx="1799996" cy="503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9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9017" y="1430034"/>
            <a:ext cx="7385964" cy="158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://tusharkute.com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contact@mitu.co.in" TargetMode="External"/><Relationship Id="rId3" Type="http://schemas.openxmlformats.org/officeDocument/2006/relationships/hyperlink" Target="mailto:tushar@tusharkute.com" TargetMode="External"/><Relationship Id="rId4" Type="http://schemas.openxmlformats.org/officeDocument/2006/relationships/hyperlink" Target="http://tusharkute.com/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7458" y="838339"/>
            <a:ext cx="48012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Times New Roman"/>
                <a:cs typeface="Times New Roman"/>
              </a:rPr>
              <a:t>Dart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–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Control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Statements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03" y="6191643"/>
            <a:ext cx="1799996" cy="503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7458" y="5040629"/>
            <a:ext cx="257746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10">
                <a:latin typeface="Georgia"/>
                <a:cs typeface="Georgia"/>
              </a:rPr>
              <a:t>Tushar</a:t>
            </a:r>
            <a:r>
              <a:rPr dirty="0" sz="2400" spc="160">
                <a:latin typeface="Georgia"/>
                <a:cs typeface="Georgia"/>
              </a:rPr>
              <a:t> </a:t>
            </a:r>
            <a:r>
              <a:rPr dirty="0" sz="2400" spc="155">
                <a:latin typeface="Georgia"/>
                <a:cs typeface="Georgia"/>
              </a:rPr>
              <a:t>B. </a:t>
            </a:r>
            <a:r>
              <a:rPr dirty="0" sz="2400" spc="95">
                <a:latin typeface="Georgia"/>
                <a:cs typeface="Georgia"/>
              </a:rPr>
              <a:t>Kute,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800" spc="95">
                <a:latin typeface="Georgia"/>
                <a:cs typeface="Georgia"/>
                <a:hlinkClick r:id="rId3"/>
              </a:rPr>
              <a:t>http://tusharkute.com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71994" y="4895634"/>
            <a:ext cx="1370520" cy="137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100"/>
              <a:t>Control</a:t>
            </a:r>
            <a:r>
              <a:rPr dirty="0" spc="-160"/>
              <a:t> </a:t>
            </a:r>
            <a:r>
              <a:rPr dirty="0" spc="220"/>
              <a:t>flow</a:t>
            </a:r>
            <a:r>
              <a:rPr dirty="0" spc="-155"/>
              <a:t> </a:t>
            </a:r>
            <a:r>
              <a:rPr dirty="0" spc="13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266305" cy="2421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dirty="0" sz="2800" spc="75">
                <a:latin typeface="Microsoft Sans Serif"/>
                <a:cs typeface="Microsoft Sans Serif"/>
              </a:rPr>
              <a:t>Control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65">
                <a:latin typeface="Microsoft Sans Serif"/>
                <a:cs typeface="Microsoft Sans Serif"/>
              </a:rPr>
              <a:t>flow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00">
                <a:latin typeface="Microsoft Sans Serif"/>
                <a:cs typeface="Microsoft Sans Serif"/>
              </a:rPr>
              <a:t>statement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-55">
                <a:latin typeface="Microsoft Sans Serif"/>
                <a:cs typeface="Microsoft Sans Serif"/>
              </a:rPr>
              <a:t>can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be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categorized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35">
                <a:latin typeface="Microsoft Sans Serif"/>
                <a:cs typeface="Microsoft Sans Serif"/>
              </a:rPr>
              <a:t>mainly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in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05">
                <a:latin typeface="Microsoft Sans Serif"/>
                <a:cs typeface="Microsoft Sans Serif"/>
              </a:rPr>
              <a:t>three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14">
                <a:latin typeface="Microsoft Sans Serif"/>
                <a:cs typeface="Microsoft Sans Serif"/>
              </a:rPr>
              <a:t>following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45">
                <a:latin typeface="Microsoft Sans Serif"/>
                <a:cs typeface="Microsoft Sans Serif"/>
              </a:rPr>
              <a:t>ways.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8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5">
                <a:latin typeface="Microsoft Sans Serif"/>
                <a:cs typeface="Microsoft Sans Serif"/>
              </a:rPr>
              <a:t>Decision-making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70">
                <a:latin typeface="Microsoft Sans Serif"/>
                <a:cs typeface="Microsoft Sans Serif"/>
              </a:rPr>
              <a:t>statements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45">
                <a:latin typeface="Microsoft Sans Serif"/>
                <a:cs typeface="Microsoft Sans Serif"/>
              </a:rPr>
              <a:t>Looping</a:t>
            </a:r>
            <a:r>
              <a:rPr dirty="0" sz="2800" spc="-140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statements</a:t>
            </a:r>
            <a:endParaRPr sz="2800">
              <a:latin typeface="Microsoft Sans Serif"/>
              <a:cs typeface="Microsoft Sans Serif"/>
            </a:endParaRPr>
          </a:p>
          <a:p>
            <a:pPr lvl="1" marL="755650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dirty="0" sz="2800" spc="55">
                <a:latin typeface="Microsoft Sans Serif"/>
                <a:cs typeface="Microsoft Sans Serif"/>
              </a:rPr>
              <a:t>Jump</a:t>
            </a:r>
            <a:r>
              <a:rPr dirty="0" sz="2800" spc="-145">
                <a:latin typeface="Microsoft Sans Serif"/>
                <a:cs typeface="Microsoft Sans Serif"/>
              </a:rPr>
              <a:t> </a:t>
            </a:r>
            <a:r>
              <a:rPr dirty="0" sz="2800" spc="75">
                <a:latin typeface="Microsoft Sans Serif"/>
                <a:cs typeface="Microsoft Sans Serif"/>
              </a:rPr>
              <a:t>statements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100"/>
              <a:t>Control</a:t>
            </a:r>
            <a:r>
              <a:rPr dirty="0" spc="-160"/>
              <a:t> </a:t>
            </a:r>
            <a:r>
              <a:rPr dirty="0" spc="220"/>
              <a:t>flow</a:t>
            </a:r>
            <a:r>
              <a:rPr dirty="0" spc="-155"/>
              <a:t> </a:t>
            </a:r>
            <a:r>
              <a:rPr dirty="0" spc="13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2085" y="1487881"/>
            <a:ext cx="6361925" cy="4343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175"/>
              <a:t>If</a:t>
            </a:r>
            <a:r>
              <a:rPr dirty="0" spc="-200"/>
              <a:t> </a:t>
            </a:r>
            <a:r>
              <a:rPr dirty="0" spc="13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2776220" cy="160655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800" spc="185">
                <a:latin typeface="Microsoft Sans Serif"/>
                <a:cs typeface="Microsoft Sans Serif"/>
              </a:rPr>
              <a:t>if</a:t>
            </a:r>
            <a:r>
              <a:rPr dirty="0" sz="2800" spc="-135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(condition)</a:t>
            </a:r>
            <a:r>
              <a:rPr dirty="0" sz="2800" spc="-135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424180">
              <a:lnSpc>
                <a:spcPct val="100000"/>
              </a:lnSpc>
              <a:spcBef>
                <a:spcPts val="790"/>
              </a:spcBef>
            </a:pPr>
            <a:r>
              <a:rPr dirty="0" sz="2800" spc="285">
                <a:latin typeface="Microsoft Sans Serif"/>
                <a:cs typeface="Microsoft Sans Serif"/>
              </a:rPr>
              <a:t>//</a:t>
            </a:r>
            <a:r>
              <a:rPr dirty="0" sz="2800" spc="-165">
                <a:latin typeface="Microsoft Sans Serif"/>
                <a:cs typeface="Microsoft Sans Serif"/>
              </a:rPr>
              <a:t>s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105">
                <a:latin typeface="Microsoft Sans Serif"/>
                <a:cs typeface="Microsoft Sans Serif"/>
              </a:rPr>
              <a:t>a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5">
                <a:latin typeface="Microsoft Sans Serif"/>
                <a:cs typeface="Microsoft Sans Serif"/>
              </a:rPr>
              <a:t>e</a:t>
            </a:r>
            <a:r>
              <a:rPr dirty="0" sz="2800" spc="40">
                <a:latin typeface="Microsoft Sans Serif"/>
                <a:cs typeface="Microsoft Sans Serif"/>
              </a:rPr>
              <a:t>me</a:t>
            </a:r>
            <a:r>
              <a:rPr dirty="0" sz="2800" spc="40">
                <a:latin typeface="Microsoft Sans Serif"/>
                <a:cs typeface="Microsoft Sans Serif"/>
              </a:rPr>
              <a:t>n</a:t>
            </a:r>
            <a:r>
              <a:rPr dirty="0" sz="2800" spc="345">
                <a:latin typeface="Microsoft Sans Serif"/>
                <a:cs typeface="Microsoft Sans Serif"/>
              </a:rPr>
              <a:t>t</a:t>
            </a:r>
            <a:r>
              <a:rPr dirty="0" sz="2800" spc="-40">
                <a:latin typeface="Microsoft Sans Serif"/>
                <a:cs typeface="Microsoft Sans Serif"/>
              </a:rPr>
              <a:t>(</a:t>
            </a:r>
            <a:r>
              <a:rPr dirty="0" sz="2800" spc="-90">
                <a:latin typeface="Microsoft Sans Serif"/>
                <a:cs typeface="Microsoft Sans Serif"/>
              </a:rPr>
              <a:t>s)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175"/>
              <a:t>If</a:t>
            </a:r>
            <a:r>
              <a:rPr dirty="0" spc="-145"/>
              <a:t> </a:t>
            </a:r>
            <a:r>
              <a:rPr dirty="0" spc="730"/>
              <a:t>–</a:t>
            </a:r>
            <a:r>
              <a:rPr dirty="0" spc="-140"/>
              <a:t> </a:t>
            </a:r>
            <a:r>
              <a:rPr dirty="0" spc="-5"/>
              <a:t>else</a:t>
            </a:r>
            <a:r>
              <a:rPr dirty="0" spc="-145"/>
              <a:t> </a:t>
            </a:r>
            <a:r>
              <a:rPr dirty="0" spc="13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3027680" cy="266192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800" spc="75">
                <a:latin typeface="Microsoft Sans Serif"/>
                <a:cs typeface="Microsoft Sans Serif"/>
              </a:rPr>
              <a:t>if(condition)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506095">
              <a:lnSpc>
                <a:spcPct val="100000"/>
              </a:lnSpc>
              <a:spcBef>
                <a:spcPts val="790"/>
              </a:spcBef>
            </a:pPr>
            <a:r>
              <a:rPr dirty="0" sz="2800" spc="290">
                <a:latin typeface="Microsoft Sans Serif"/>
                <a:cs typeface="Microsoft Sans Serif"/>
              </a:rPr>
              <a:t>//</a:t>
            </a:r>
            <a:r>
              <a:rPr dirty="0" sz="2800" spc="-175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statement(s);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else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340995">
              <a:lnSpc>
                <a:spcPct val="100000"/>
              </a:lnSpc>
              <a:spcBef>
                <a:spcPts val="795"/>
              </a:spcBef>
            </a:pPr>
            <a:r>
              <a:rPr dirty="0" sz="2800" spc="290">
                <a:latin typeface="Microsoft Sans Serif"/>
                <a:cs typeface="Microsoft Sans Serif"/>
              </a:rPr>
              <a:t>//</a:t>
            </a:r>
            <a:r>
              <a:rPr dirty="0" sz="2800" spc="-145">
                <a:latin typeface="Microsoft Sans Serif"/>
                <a:cs typeface="Microsoft Sans Serif"/>
              </a:rPr>
              <a:t> </a:t>
            </a:r>
            <a:r>
              <a:rPr dirty="0" sz="2800" spc="45">
                <a:latin typeface="Microsoft Sans Serif"/>
                <a:cs typeface="Microsoft Sans Serif"/>
              </a:rPr>
              <a:t>statement(s);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175"/>
              <a:t>If</a:t>
            </a:r>
            <a:r>
              <a:rPr dirty="0" spc="-140"/>
              <a:t> </a:t>
            </a:r>
            <a:r>
              <a:rPr dirty="0" spc="730"/>
              <a:t>–</a:t>
            </a:r>
            <a:r>
              <a:rPr dirty="0" spc="-135"/>
              <a:t> </a:t>
            </a:r>
            <a:r>
              <a:rPr dirty="0" spc="-5"/>
              <a:t>else</a:t>
            </a:r>
            <a:r>
              <a:rPr dirty="0" spc="-140"/>
              <a:t> </a:t>
            </a:r>
            <a:r>
              <a:rPr dirty="0" spc="730"/>
              <a:t>–</a:t>
            </a:r>
            <a:r>
              <a:rPr dirty="0" spc="-135"/>
              <a:t> </a:t>
            </a:r>
            <a:r>
              <a:rPr dirty="0" spc="235"/>
              <a:t>if</a:t>
            </a:r>
            <a:r>
              <a:rPr dirty="0" spc="-135"/>
              <a:t> </a:t>
            </a:r>
            <a:r>
              <a:rPr dirty="0" spc="13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979" y="1453580"/>
            <a:ext cx="2033905" cy="459930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700" spc="114">
                <a:latin typeface="Microsoft Sans Serif"/>
                <a:cs typeface="Microsoft Sans Serif"/>
              </a:rPr>
              <a:t>if</a:t>
            </a:r>
            <a:r>
              <a:rPr dirty="0" sz="1700" spc="-75">
                <a:latin typeface="Microsoft Sans Serif"/>
                <a:cs typeface="Microsoft Sans Serif"/>
              </a:rPr>
              <a:t> </a:t>
            </a:r>
            <a:r>
              <a:rPr dirty="0" sz="1700" spc="45">
                <a:latin typeface="Microsoft Sans Serif"/>
                <a:cs typeface="Microsoft Sans Serif"/>
              </a:rPr>
              <a:t>(condition1)</a:t>
            </a:r>
            <a:r>
              <a:rPr dirty="0" sz="1700" spc="-75">
                <a:latin typeface="Microsoft Sans Serif"/>
                <a:cs typeface="Microsoft Sans Serif"/>
              </a:rPr>
              <a:t> </a:t>
            </a:r>
            <a:r>
              <a:rPr dirty="0" sz="1700" spc="5">
                <a:latin typeface="Microsoft Sans Serif"/>
                <a:cs typeface="Microsoft Sans Serif"/>
              </a:rPr>
              <a:t>{</a:t>
            </a:r>
            <a:endParaRPr sz="1700">
              <a:latin typeface="Microsoft Sans Serif"/>
              <a:cs typeface="Microsoft Sans Serif"/>
            </a:endParaRPr>
          </a:p>
          <a:p>
            <a:pPr marL="163830">
              <a:lnSpc>
                <a:spcPct val="100000"/>
              </a:lnSpc>
              <a:spcBef>
                <a:spcPts val="540"/>
              </a:spcBef>
            </a:pPr>
            <a:r>
              <a:rPr dirty="0" sz="1700" spc="185">
                <a:latin typeface="Microsoft Sans Serif"/>
                <a:cs typeface="Microsoft Sans Serif"/>
              </a:rPr>
              <a:t>//</a:t>
            </a:r>
            <a:r>
              <a:rPr dirty="0" sz="1700" spc="-90">
                <a:latin typeface="Microsoft Sans Serif"/>
                <a:cs typeface="Microsoft Sans Serif"/>
              </a:rPr>
              <a:t> </a:t>
            </a:r>
            <a:r>
              <a:rPr dirty="0" sz="1700" spc="45">
                <a:latin typeface="Microsoft Sans Serif"/>
                <a:cs typeface="Microsoft Sans Serif"/>
              </a:rPr>
              <a:t>statement(s)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700" spc="5">
                <a:latin typeface="Microsoft Sans Serif"/>
                <a:cs typeface="Microsoft Sans Serif"/>
              </a:rPr>
              <a:t>}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700" spc="5">
                <a:latin typeface="Microsoft Sans Serif"/>
                <a:cs typeface="Microsoft Sans Serif"/>
              </a:rPr>
              <a:t>else</a:t>
            </a:r>
            <a:r>
              <a:rPr dirty="0" sz="1700" spc="-80">
                <a:latin typeface="Microsoft Sans Serif"/>
                <a:cs typeface="Microsoft Sans Serif"/>
              </a:rPr>
              <a:t> </a:t>
            </a:r>
            <a:r>
              <a:rPr dirty="0" sz="1700" spc="55">
                <a:latin typeface="Microsoft Sans Serif"/>
                <a:cs typeface="Microsoft Sans Serif"/>
              </a:rPr>
              <a:t>if(condition2)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 spc="5">
                <a:latin typeface="Microsoft Sans Serif"/>
                <a:cs typeface="Microsoft Sans Serif"/>
              </a:rPr>
              <a:t>{</a:t>
            </a:r>
            <a:endParaRPr sz="1700">
              <a:latin typeface="Microsoft Sans Serif"/>
              <a:cs typeface="Microsoft Sans Serif"/>
            </a:endParaRPr>
          </a:p>
          <a:p>
            <a:pPr marL="163830">
              <a:lnSpc>
                <a:spcPct val="100000"/>
              </a:lnSpc>
              <a:spcBef>
                <a:spcPts val="525"/>
              </a:spcBef>
            </a:pPr>
            <a:r>
              <a:rPr dirty="0" sz="1700" spc="185">
                <a:latin typeface="Microsoft Sans Serif"/>
                <a:cs typeface="Microsoft Sans Serif"/>
              </a:rPr>
              <a:t>//</a:t>
            </a:r>
            <a:r>
              <a:rPr dirty="0" sz="1700" spc="-90">
                <a:latin typeface="Microsoft Sans Serif"/>
                <a:cs typeface="Microsoft Sans Serif"/>
              </a:rPr>
              <a:t> </a:t>
            </a:r>
            <a:r>
              <a:rPr dirty="0" sz="1700" spc="45">
                <a:latin typeface="Microsoft Sans Serif"/>
                <a:cs typeface="Microsoft Sans Serif"/>
              </a:rPr>
              <a:t>statement(s)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700" spc="5">
                <a:latin typeface="Microsoft Sans Serif"/>
                <a:cs typeface="Microsoft Sans Serif"/>
              </a:rPr>
              <a:t>}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700" spc="5">
                <a:latin typeface="Microsoft Sans Serif"/>
                <a:cs typeface="Microsoft Sans Serif"/>
              </a:rPr>
              <a:t>else</a:t>
            </a:r>
            <a:r>
              <a:rPr dirty="0" sz="1700" spc="-85">
                <a:latin typeface="Microsoft Sans Serif"/>
                <a:cs typeface="Microsoft Sans Serif"/>
              </a:rPr>
              <a:t> </a:t>
            </a:r>
            <a:r>
              <a:rPr dirty="0" sz="1700" spc="120">
                <a:latin typeface="Microsoft Sans Serif"/>
                <a:cs typeface="Microsoft Sans Serif"/>
              </a:rPr>
              <a:t>if</a:t>
            </a:r>
            <a:r>
              <a:rPr dirty="0" sz="1700" spc="-75">
                <a:latin typeface="Microsoft Sans Serif"/>
                <a:cs typeface="Microsoft Sans Serif"/>
              </a:rPr>
              <a:t> </a:t>
            </a:r>
            <a:r>
              <a:rPr dirty="0" sz="1700" spc="45">
                <a:latin typeface="Microsoft Sans Serif"/>
                <a:cs typeface="Microsoft Sans Serif"/>
              </a:rPr>
              <a:t>(conditionN)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5">
                <a:latin typeface="Microsoft Sans Serif"/>
                <a:cs typeface="Microsoft Sans Serif"/>
              </a:rPr>
              <a:t>{</a:t>
            </a:r>
            <a:endParaRPr sz="1700">
              <a:latin typeface="Microsoft Sans Serif"/>
              <a:cs typeface="Microsoft Sans Serif"/>
            </a:endParaRPr>
          </a:p>
          <a:p>
            <a:pPr marL="163830">
              <a:lnSpc>
                <a:spcPct val="100000"/>
              </a:lnSpc>
              <a:spcBef>
                <a:spcPts val="525"/>
              </a:spcBef>
            </a:pPr>
            <a:r>
              <a:rPr dirty="0" sz="1700" spc="185">
                <a:latin typeface="Microsoft Sans Serif"/>
                <a:cs typeface="Microsoft Sans Serif"/>
              </a:rPr>
              <a:t>//</a:t>
            </a:r>
            <a:r>
              <a:rPr dirty="0" sz="1700" spc="-90">
                <a:latin typeface="Microsoft Sans Serif"/>
                <a:cs typeface="Microsoft Sans Serif"/>
              </a:rPr>
              <a:t> </a:t>
            </a:r>
            <a:r>
              <a:rPr dirty="0" sz="1700" spc="45">
                <a:latin typeface="Microsoft Sans Serif"/>
                <a:cs typeface="Microsoft Sans Serif"/>
              </a:rPr>
              <a:t>statement(s)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700" spc="5">
                <a:latin typeface="Microsoft Sans Serif"/>
                <a:cs typeface="Microsoft Sans Serif"/>
              </a:rPr>
              <a:t>}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700" spc="-50">
                <a:latin typeface="Microsoft Sans Serif"/>
                <a:cs typeface="Microsoft Sans Serif"/>
              </a:rPr>
              <a:t>.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700" spc="-50">
                <a:latin typeface="Microsoft Sans Serif"/>
                <a:cs typeface="Microsoft Sans Serif"/>
              </a:rPr>
              <a:t>.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700" spc="5">
                <a:latin typeface="Microsoft Sans Serif"/>
                <a:cs typeface="Microsoft Sans Serif"/>
              </a:rPr>
              <a:t>else</a:t>
            </a:r>
            <a:r>
              <a:rPr dirty="0" sz="1700" spc="-110">
                <a:latin typeface="Microsoft Sans Serif"/>
                <a:cs typeface="Microsoft Sans Serif"/>
              </a:rPr>
              <a:t> </a:t>
            </a:r>
            <a:r>
              <a:rPr dirty="0" sz="1700" spc="5">
                <a:latin typeface="Microsoft Sans Serif"/>
                <a:cs typeface="Microsoft Sans Serif"/>
              </a:rPr>
              <a:t>{</a:t>
            </a:r>
            <a:endParaRPr sz="1700">
              <a:latin typeface="Microsoft Sans Serif"/>
              <a:cs typeface="Microsoft Sans Serif"/>
            </a:endParaRPr>
          </a:p>
          <a:p>
            <a:pPr marL="163830">
              <a:lnSpc>
                <a:spcPct val="100000"/>
              </a:lnSpc>
              <a:spcBef>
                <a:spcPts val="535"/>
              </a:spcBef>
            </a:pPr>
            <a:r>
              <a:rPr dirty="0" sz="1700" spc="185">
                <a:latin typeface="Microsoft Sans Serif"/>
                <a:cs typeface="Microsoft Sans Serif"/>
              </a:rPr>
              <a:t>//</a:t>
            </a:r>
            <a:r>
              <a:rPr dirty="0" sz="1700" spc="-90">
                <a:latin typeface="Microsoft Sans Serif"/>
                <a:cs typeface="Microsoft Sans Serif"/>
              </a:rPr>
              <a:t> </a:t>
            </a:r>
            <a:r>
              <a:rPr dirty="0" sz="1700" spc="45">
                <a:latin typeface="Microsoft Sans Serif"/>
                <a:cs typeface="Microsoft Sans Serif"/>
              </a:rPr>
              <a:t>statement(s)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700" spc="5">
                <a:latin typeface="Microsoft Sans Serif"/>
                <a:cs typeface="Microsoft Sans Serif"/>
              </a:rPr>
              <a:t>}</a:t>
            </a:r>
            <a:endParaRPr sz="17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65"/>
              <a:t>Nested</a:t>
            </a:r>
            <a:r>
              <a:rPr dirty="0" spc="-155"/>
              <a:t> </a:t>
            </a:r>
            <a:r>
              <a:rPr dirty="0" spc="235"/>
              <a:t>if</a:t>
            </a:r>
            <a:r>
              <a:rPr dirty="0" spc="-150"/>
              <a:t> </a:t>
            </a:r>
            <a:r>
              <a:rPr dirty="0" spc="13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517662"/>
            <a:ext cx="6192520" cy="87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160">
                <a:latin typeface="Microsoft Sans Serif"/>
                <a:cs typeface="Microsoft Sans Serif"/>
              </a:rPr>
              <a:t>It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45">
                <a:latin typeface="Microsoft Sans Serif"/>
                <a:cs typeface="Microsoft Sans Serif"/>
              </a:rPr>
              <a:t>is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15">
                <a:latin typeface="Microsoft Sans Serif"/>
                <a:cs typeface="Microsoft Sans Serif"/>
              </a:rPr>
              <a:t>possible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215">
                <a:latin typeface="Microsoft Sans Serif"/>
                <a:cs typeface="Microsoft Sans Serif"/>
              </a:rPr>
              <a:t>to</a:t>
            </a:r>
            <a:r>
              <a:rPr dirty="0" sz="2800" spc="-105">
                <a:latin typeface="Microsoft Sans Serif"/>
                <a:cs typeface="Microsoft Sans Serif"/>
              </a:rPr>
              <a:t> </a:t>
            </a:r>
            <a:r>
              <a:rPr dirty="0" sz="2800" spc="140">
                <a:latin typeface="Microsoft Sans Serif"/>
                <a:cs typeface="Microsoft Sans Serif"/>
              </a:rPr>
              <a:t>write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-25">
                <a:latin typeface="Microsoft Sans Serif"/>
                <a:cs typeface="Microsoft Sans Serif"/>
              </a:rPr>
              <a:t>an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85">
                <a:latin typeface="Microsoft Sans Serif"/>
                <a:cs typeface="Microsoft Sans Serif"/>
              </a:rPr>
              <a:t>if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in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80">
                <a:latin typeface="Microsoft Sans Serif"/>
                <a:cs typeface="Microsoft Sans Serif"/>
              </a:rPr>
              <a:t>another</a:t>
            </a:r>
            <a:r>
              <a:rPr dirty="0" sz="2800" spc="-100">
                <a:latin typeface="Microsoft Sans Serif"/>
                <a:cs typeface="Microsoft Sans Serif"/>
              </a:rPr>
              <a:t> </a:t>
            </a:r>
            <a:r>
              <a:rPr dirty="0" sz="2800" spc="185">
                <a:latin typeface="Microsoft Sans Serif"/>
                <a:cs typeface="Microsoft Sans Serif"/>
              </a:rPr>
              <a:t>if </a:t>
            </a:r>
            <a:r>
              <a:rPr dirty="0" sz="2800" spc="-730">
                <a:latin typeface="Microsoft Sans Serif"/>
                <a:cs typeface="Microsoft Sans Serif"/>
              </a:rPr>
              <a:t> </a:t>
            </a:r>
            <a:r>
              <a:rPr dirty="0" sz="2800" spc="100">
                <a:latin typeface="Microsoft Sans Serif"/>
                <a:cs typeface="Microsoft Sans Serif"/>
              </a:rPr>
              <a:t>statement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-30">
                <a:latin typeface="Microsoft Sans Serif"/>
                <a:cs typeface="Microsoft Sans Serif"/>
              </a:rPr>
              <a:t>also.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60"/>
              <a:t>Swith</a:t>
            </a:r>
            <a:r>
              <a:rPr dirty="0" spc="-229"/>
              <a:t> </a:t>
            </a:r>
            <a:r>
              <a:rPr dirty="0" spc="10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062" y="1477401"/>
            <a:ext cx="2923540" cy="455422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150" spc="10">
                <a:latin typeface="Microsoft Sans Serif"/>
                <a:cs typeface="Microsoft Sans Serif"/>
              </a:rPr>
              <a:t>switch(</a:t>
            </a:r>
            <a:r>
              <a:rPr dirty="0" sz="1150" spc="-7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expression</a:t>
            </a:r>
            <a:r>
              <a:rPr dirty="0" sz="1150" spc="-65">
                <a:latin typeface="Microsoft Sans Serif"/>
                <a:cs typeface="Microsoft Sans Serif"/>
              </a:rPr>
              <a:t> </a:t>
            </a:r>
            <a:r>
              <a:rPr dirty="0" sz="1150" spc="-15">
                <a:latin typeface="Microsoft Sans Serif"/>
                <a:cs typeface="Microsoft Sans Serif"/>
              </a:rPr>
              <a:t>)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150" spc="-5">
                <a:latin typeface="Microsoft Sans Serif"/>
                <a:cs typeface="Microsoft Sans Serif"/>
              </a:rPr>
              <a:t>{</a:t>
            </a:r>
            <a:endParaRPr sz="1150">
              <a:latin typeface="Microsoft Sans Serif"/>
              <a:cs typeface="Microsoft Sans Serif"/>
            </a:endParaRPr>
          </a:p>
          <a:p>
            <a:pPr marL="145415">
              <a:lnSpc>
                <a:spcPct val="100000"/>
              </a:lnSpc>
              <a:spcBef>
                <a:spcPts val="310"/>
              </a:spcBef>
            </a:pPr>
            <a:r>
              <a:rPr dirty="0" sz="1150" spc="-50">
                <a:latin typeface="Microsoft Sans Serif"/>
                <a:cs typeface="Microsoft Sans Serif"/>
              </a:rPr>
              <a:t>c</a:t>
            </a:r>
            <a:r>
              <a:rPr dirty="0" sz="1150" spc="-55">
                <a:latin typeface="Microsoft Sans Serif"/>
                <a:cs typeface="Microsoft Sans Serif"/>
              </a:rPr>
              <a:t>a</a:t>
            </a:r>
            <a:r>
              <a:rPr dirty="0" sz="1150" spc="-55">
                <a:latin typeface="Microsoft Sans Serif"/>
                <a:cs typeface="Microsoft Sans Serif"/>
              </a:rPr>
              <a:t>s</a:t>
            </a:r>
            <a:r>
              <a:rPr dirty="0" sz="1150">
                <a:latin typeface="Microsoft Sans Serif"/>
                <a:cs typeface="Microsoft Sans Serif"/>
              </a:rPr>
              <a:t>e</a:t>
            </a:r>
            <a:r>
              <a:rPr dirty="0" sz="1150" spc="-6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v</a:t>
            </a:r>
            <a:r>
              <a:rPr dirty="0" sz="1150" spc="5">
                <a:latin typeface="Microsoft Sans Serif"/>
                <a:cs typeface="Microsoft Sans Serif"/>
              </a:rPr>
              <a:t>a</a:t>
            </a:r>
            <a:r>
              <a:rPr dirty="0" sz="1150" spc="-5">
                <a:latin typeface="Microsoft Sans Serif"/>
                <a:cs typeface="Microsoft Sans Serif"/>
              </a:rPr>
              <a:t>l</a:t>
            </a:r>
            <a:r>
              <a:rPr dirty="0" sz="1150" spc="10">
                <a:latin typeface="Microsoft Sans Serif"/>
                <a:cs typeface="Microsoft Sans Serif"/>
              </a:rPr>
              <a:t>u</a:t>
            </a:r>
            <a:r>
              <a:rPr dirty="0" sz="1150" spc="5">
                <a:latin typeface="Microsoft Sans Serif"/>
                <a:cs typeface="Microsoft Sans Serif"/>
              </a:rPr>
              <a:t>e</a:t>
            </a:r>
            <a:r>
              <a:rPr dirty="0" sz="1150" spc="-45">
                <a:latin typeface="Microsoft Sans Serif"/>
                <a:cs typeface="Microsoft Sans Serif"/>
              </a:rPr>
              <a:t>-</a:t>
            </a:r>
            <a:r>
              <a:rPr dirty="0" sz="1150" spc="-5">
                <a:latin typeface="Microsoft Sans Serif"/>
                <a:cs typeface="Microsoft Sans Serif"/>
              </a:rPr>
              <a:t>1</a:t>
            </a:r>
            <a:r>
              <a:rPr dirty="0" sz="1150" spc="-45">
                <a:latin typeface="Microsoft Sans Serif"/>
                <a:cs typeface="Microsoft Sans Serif"/>
              </a:rPr>
              <a:t>:</a:t>
            </a:r>
            <a:r>
              <a:rPr dirty="0" sz="1150" spc="-5">
                <a:latin typeface="Microsoft Sans Serif"/>
                <a:cs typeface="Microsoft Sans Serif"/>
              </a:rPr>
              <a:t>{</a:t>
            </a:r>
            <a:endParaRPr sz="1150">
              <a:latin typeface="Microsoft Sans Serif"/>
              <a:cs typeface="Microsoft Sans Serif"/>
            </a:endParaRPr>
          </a:p>
          <a:p>
            <a:pPr marL="413384" marR="1547495">
              <a:lnSpc>
                <a:spcPts val="1700"/>
              </a:lnSpc>
              <a:spcBef>
                <a:spcPts val="110"/>
              </a:spcBef>
            </a:pPr>
            <a:r>
              <a:rPr dirty="0" sz="1150" spc="114">
                <a:latin typeface="Microsoft Sans Serif"/>
                <a:cs typeface="Microsoft Sans Serif"/>
              </a:rPr>
              <a:t>/</a:t>
            </a:r>
            <a:r>
              <a:rPr dirty="0" sz="1150" spc="105">
                <a:latin typeface="Microsoft Sans Serif"/>
                <a:cs typeface="Microsoft Sans Serif"/>
              </a:rPr>
              <a:t>/</a:t>
            </a:r>
            <a:r>
              <a:rPr dirty="0" sz="1150" spc="-80">
                <a:latin typeface="Microsoft Sans Serif"/>
                <a:cs typeface="Microsoft Sans Serif"/>
              </a:rPr>
              <a:t>s</a:t>
            </a:r>
            <a:r>
              <a:rPr dirty="0" sz="1150" spc="135">
                <a:latin typeface="Microsoft Sans Serif"/>
                <a:cs typeface="Microsoft Sans Serif"/>
              </a:rPr>
              <a:t>t</a:t>
            </a:r>
            <a:r>
              <a:rPr dirty="0" sz="1150" spc="65">
                <a:latin typeface="Microsoft Sans Serif"/>
                <a:cs typeface="Microsoft Sans Serif"/>
              </a:rPr>
              <a:t>a</a:t>
            </a:r>
            <a:r>
              <a:rPr dirty="0" sz="1150" spc="15">
                <a:latin typeface="Microsoft Sans Serif"/>
                <a:cs typeface="Microsoft Sans Serif"/>
              </a:rPr>
              <a:t>t</a:t>
            </a:r>
            <a:r>
              <a:rPr dirty="0" sz="1150" spc="-5">
                <a:latin typeface="Microsoft Sans Serif"/>
                <a:cs typeface="Microsoft Sans Serif"/>
              </a:rPr>
              <a:t>e</a:t>
            </a:r>
            <a:r>
              <a:rPr dirty="0" sz="1150" spc="20">
                <a:latin typeface="Microsoft Sans Serif"/>
                <a:cs typeface="Microsoft Sans Serif"/>
              </a:rPr>
              <a:t>m</a:t>
            </a:r>
            <a:r>
              <a:rPr dirty="0" sz="1150" spc="-5">
                <a:latin typeface="Microsoft Sans Serif"/>
                <a:cs typeface="Microsoft Sans Serif"/>
              </a:rPr>
              <a:t>e</a:t>
            </a:r>
            <a:r>
              <a:rPr dirty="0" sz="1150" spc="105">
                <a:latin typeface="Microsoft Sans Serif"/>
                <a:cs typeface="Microsoft Sans Serif"/>
              </a:rPr>
              <a:t>n</a:t>
            </a:r>
            <a:r>
              <a:rPr dirty="0" sz="1150" spc="45">
                <a:latin typeface="Microsoft Sans Serif"/>
                <a:cs typeface="Microsoft Sans Serif"/>
              </a:rPr>
              <a:t>t</a:t>
            </a:r>
            <a:r>
              <a:rPr dirty="0" sz="1150" spc="-20">
                <a:latin typeface="Microsoft Sans Serif"/>
                <a:cs typeface="Microsoft Sans Serif"/>
              </a:rPr>
              <a:t>(</a:t>
            </a:r>
            <a:r>
              <a:rPr dirty="0" sz="1150" spc="-80">
                <a:latin typeface="Microsoft Sans Serif"/>
                <a:cs typeface="Microsoft Sans Serif"/>
              </a:rPr>
              <a:t>s</a:t>
            </a:r>
            <a:r>
              <a:rPr dirty="0" sz="1150" spc="-10">
                <a:latin typeface="Microsoft Sans Serif"/>
                <a:cs typeface="Microsoft Sans Serif"/>
              </a:rPr>
              <a:t>)  </a:t>
            </a:r>
            <a:r>
              <a:rPr dirty="0" sz="1150" spc="-10">
                <a:latin typeface="Microsoft Sans Serif"/>
                <a:cs typeface="Microsoft Sans Serif"/>
              </a:rPr>
              <a:t>Block-1;</a:t>
            </a:r>
            <a:endParaRPr sz="1150">
              <a:latin typeface="Microsoft Sans Serif"/>
              <a:cs typeface="Microsoft Sans Serif"/>
            </a:endParaRPr>
          </a:p>
          <a:p>
            <a:pPr marL="1386205">
              <a:lnSpc>
                <a:spcPct val="100000"/>
              </a:lnSpc>
              <a:spcBef>
                <a:spcPts val="210"/>
              </a:spcBef>
            </a:pPr>
            <a:r>
              <a:rPr dirty="0" sz="1150" spc="-5">
                <a:latin typeface="Microsoft Sans Serif"/>
                <a:cs typeface="Microsoft Sans Serif"/>
              </a:rPr>
              <a:t>}</a:t>
            </a:r>
            <a:endParaRPr sz="1150">
              <a:latin typeface="Microsoft Sans Serif"/>
              <a:cs typeface="Microsoft Sans Serif"/>
            </a:endParaRPr>
          </a:p>
          <a:p>
            <a:pPr marL="1486535">
              <a:lnSpc>
                <a:spcPct val="100000"/>
              </a:lnSpc>
              <a:spcBef>
                <a:spcPts val="320"/>
              </a:spcBef>
            </a:pPr>
            <a:r>
              <a:rPr dirty="0" sz="1150">
                <a:latin typeface="Microsoft Sans Serif"/>
                <a:cs typeface="Microsoft Sans Serif"/>
              </a:rPr>
              <a:t>break;</a:t>
            </a:r>
            <a:endParaRPr sz="1150">
              <a:latin typeface="Microsoft Sans Serif"/>
              <a:cs typeface="Microsoft Sans Serif"/>
            </a:endParaRPr>
          </a:p>
          <a:p>
            <a:pPr marL="145415">
              <a:lnSpc>
                <a:spcPct val="100000"/>
              </a:lnSpc>
              <a:spcBef>
                <a:spcPts val="310"/>
              </a:spcBef>
            </a:pPr>
            <a:r>
              <a:rPr dirty="0" sz="1150" spc="-50">
                <a:latin typeface="Microsoft Sans Serif"/>
                <a:cs typeface="Microsoft Sans Serif"/>
              </a:rPr>
              <a:t>c</a:t>
            </a:r>
            <a:r>
              <a:rPr dirty="0" sz="1150" spc="-55">
                <a:latin typeface="Microsoft Sans Serif"/>
                <a:cs typeface="Microsoft Sans Serif"/>
              </a:rPr>
              <a:t>a</a:t>
            </a:r>
            <a:r>
              <a:rPr dirty="0" sz="1150" spc="-55">
                <a:latin typeface="Microsoft Sans Serif"/>
                <a:cs typeface="Microsoft Sans Serif"/>
              </a:rPr>
              <a:t>s</a:t>
            </a:r>
            <a:r>
              <a:rPr dirty="0" sz="1150">
                <a:latin typeface="Microsoft Sans Serif"/>
                <a:cs typeface="Microsoft Sans Serif"/>
              </a:rPr>
              <a:t>e</a:t>
            </a:r>
            <a:r>
              <a:rPr dirty="0" sz="1150" spc="-6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v</a:t>
            </a:r>
            <a:r>
              <a:rPr dirty="0" sz="1150" spc="5">
                <a:latin typeface="Microsoft Sans Serif"/>
                <a:cs typeface="Microsoft Sans Serif"/>
              </a:rPr>
              <a:t>a</a:t>
            </a:r>
            <a:r>
              <a:rPr dirty="0" sz="1150" spc="-5">
                <a:latin typeface="Microsoft Sans Serif"/>
                <a:cs typeface="Microsoft Sans Serif"/>
              </a:rPr>
              <a:t>l</a:t>
            </a:r>
            <a:r>
              <a:rPr dirty="0" sz="1150" spc="10">
                <a:latin typeface="Microsoft Sans Serif"/>
                <a:cs typeface="Microsoft Sans Serif"/>
              </a:rPr>
              <a:t>u</a:t>
            </a:r>
            <a:r>
              <a:rPr dirty="0" sz="1150" spc="5">
                <a:latin typeface="Microsoft Sans Serif"/>
                <a:cs typeface="Microsoft Sans Serif"/>
              </a:rPr>
              <a:t>e</a:t>
            </a:r>
            <a:r>
              <a:rPr dirty="0" sz="1150" spc="-45">
                <a:latin typeface="Microsoft Sans Serif"/>
                <a:cs typeface="Microsoft Sans Serif"/>
              </a:rPr>
              <a:t>-</a:t>
            </a:r>
            <a:r>
              <a:rPr dirty="0" sz="1150" spc="-5">
                <a:latin typeface="Microsoft Sans Serif"/>
                <a:cs typeface="Microsoft Sans Serif"/>
              </a:rPr>
              <a:t>2</a:t>
            </a:r>
            <a:r>
              <a:rPr dirty="0" sz="1150" spc="-45">
                <a:latin typeface="Microsoft Sans Serif"/>
                <a:cs typeface="Microsoft Sans Serif"/>
              </a:rPr>
              <a:t>:</a:t>
            </a:r>
            <a:r>
              <a:rPr dirty="0" sz="1150" spc="-5">
                <a:latin typeface="Microsoft Sans Serif"/>
                <a:cs typeface="Microsoft Sans Serif"/>
              </a:rPr>
              <a:t>{</a:t>
            </a:r>
            <a:endParaRPr sz="1150">
              <a:latin typeface="Microsoft Sans Serif"/>
              <a:cs typeface="Microsoft Sans Serif"/>
            </a:endParaRPr>
          </a:p>
          <a:p>
            <a:pPr marL="1956435">
              <a:lnSpc>
                <a:spcPct val="100000"/>
              </a:lnSpc>
              <a:spcBef>
                <a:spcPts val="320"/>
              </a:spcBef>
            </a:pPr>
            <a:r>
              <a:rPr dirty="0" sz="1150" spc="30">
                <a:latin typeface="Microsoft Sans Serif"/>
                <a:cs typeface="Microsoft Sans Serif"/>
              </a:rPr>
              <a:t>//statement(s)</a:t>
            </a:r>
            <a:endParaRPr sz="1150">
              <a:latin typeface="Microsoft Sans Serif"/>
              <a:cs typeface="Microsoft Sans Serif"/>
            </a:endParaRPr>
          </a:p>
          <a:p>
            <a:pPr marL="413384">
              <a:lnSpc>
                <a:spcPct val="100000"/>
              </a:lnSpc>
              <a:spcBef>
                <a:spcPts val="320"/>
              </a:spcBef>
            </a:pPr>
            <a:r>
              <a:rPr dirty="0" sz="1150" spc="-10">
                <a:latin typeface="Microsoft Sans Serif"/>
                <a:cs typeface="Microsoft Sans Serif"/>
              </a:rPr>
              <a:t>Block-2;</a:t>
            </a:r>
            <a:endParaRPr sz="1150">
              <a:latin typeface="Microsoft Sans Serif"/>
              <a:cs typeface="Microsoft Sans Serif"/>
            </a:endParaRPr>
          </a:p>
          <a:p>
            <a:pPr marL="1419225">
              <a:lnSpc>
                <a:spcPct val="100000"/>
              </a:lnSpc>
              <a:spcBef>
                <a:spcPts val="320"/>
              </a:spcBef>
            </a:pPr>
            <a:r>
              <a:rPr dirty="0" sz="1150" spc="-5">
                <a:latin typeface="Microsoft Sans Serif"/>
                <a:cs typeface="Microsoft Sans Serif"/>
              </a:rPr>
              <a:t>}</a:t>
            </a:r>
            <a:endParaRPr sz="1150">
              <a:latin typeface="Microsoft Sans Serif"/>
              <a:cs typeface="Microsoft Sans Serif"/>
            </a:endParaRPr>
          </a:p>
          <a:p>
            <a:pPr marL="1453515">
              <a:lnSpc>
                <a:spcPct val="100000"/>
              </a:lnSpc>
              <a:spcBef>
                <a:spcPts val="320"/>
              </a:spcBef>
            </a:pPr>
            <a:r>
              <a:rPr dirty="0" sz="1150">
                <a:latin typeface="Microsoft Sans Serif"/>
                <a:cs typeface="Microsoft Sans Serif"/>
              </a:rPr>
              <a:t>break;</a:t>
            </a:r>
            <a:endParaRPr sz="1150">
              <a:latin typeface="Microsoft Sans Serif"/>
              <a:cs typeface="Microsoft Sans Serif"/>
            </a:endParaRPr>
          </a:p>
          <a:p>
            <a:pPr marL="145415">
              <a:lnSpc>
                <a:spcPct val="100000"/>
              </a:lnSpc>
              <a:spcBef>
                <a:spcPts val="310"/>
              </a:spcBef>
            </a:pPr>
            <a:r>
              <a:rPr dirty="0" sz="1150" spc="-50">
                <a:latin typeface="Microsoft Sans Serif"/>
                <a:cs typeface="Microsoft Sans Serif"/>
              </a:rPr>
              <a:t>c</a:t>
            </a:r>
            <a:r>
              <a:rPr dirty="0" sz="1150" spc="-55">
                <a:latin typeface="Microsoft Sans Serif"/>
                <a:cs typeface="Microsoft Sans Serif"/>
              </a:rPr>
              <a:t>a</a:t>
            </a:r>
            <a:r>
              <a:rPr dirty="0" sz="1150" spc="-55">
                <a:latin typeface="Microsoft Sans Serif"/>
                <a:cs typeface="Microsoft Sans Serif"/>
              </a:rPr>
              <a:t>s</a:t>
            </a:r>
            <a:r>
              <a:rPr dirty="0" sz="1150">
                <a:latin typeface="Microsoft Sans Serif"/>
                <a:cs typeface="Microsoft Sans Serif"/>
              </a:rPr>
              <a:t>e</a:t>
            </a:r>
            <a:r>
              <a:rPr dirty="0" sz="1150" spc="-6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v</a:t>
            </a:r>
            <a:r>
              <a:rPr dirty="0" sz="1150" spc="5">
                <a:latin typeface="Microsoft Sans Serif"/>
                <a:cs typeface="Microsoft Sans Serif"/>
              </a:rPr>
              <a:t>a</a:t>
            </a:r>
            <a:r>
              <a:rPr dirty="0" sz="1150" spc="-5">
                <a:latin typeface="Microsoft Sans Serif"/>
                <a:cs typeface="Microsoft Sans Serif"/>
              </a:rPr>
              <a:t>l</a:t>
            </a:r>
            <a:r>
              <a:rPr dirty="0" sz="1150" spc="10">
                <a:latin typeface="Microsoft Sans Serif"/>
                <a:cs typeface="Microsoft Sans Serif"/>
              </a:rPr>
              <a:t>u</a:t>
            </a:r>
            <a:r>
              <a:rPr dirty="0" sz="1150" spc="5">
                <a:latin typeface="Microsoft Sans Serif"/>
                <a:cs typeface="Microsoft Sans Serif"/>
              </a:rPr>
              <a:t>e</a:t>
            </a:r>
            <a:r>
              <a:rPr dirty="0" sz="1150" spc="-45">
                <a:latin typeface="Microsoft Sans Serif"/>
                <a:cs typeface="Microsoft Sans Serif"/>
              </a:rPr>
              <a:t>-</a:t>
            </a:r>
            <a:r>
              <a:rPr dirty="0" sz="1150" spc="-15">
                <a:latin typeface="Microsoft Sans Serif"/>
                <a:cs typeface="Microsoft Sans Serif"/>
              </a:rPr>
              <a:t>N</a:t>
            </a:r>
            <a:r>
              <a:rPr dirty="0" sz="1150" spc="-45">
                <a:latin typeface="Microsoft Sans Serif"/>
                <a:cs typeface="Microsoft Sans Serif"/>
              </a:rPr>
              <a:t>:</a:t>
            </a:r>
            <a:r>
              <a:rPr dirty="0" sz="1150" spc="-5">
                <a:latin typeface="Microsoft Sans Serif"/>
                <a:cs typeface="Microsoft Sans Serif"/>
              </a:rPr>
              <a:t>{</a:t>
            </a:r>
            <a:endParaRPr sz="1150">
              <a:latin typeface="Microsoft Sans Serif"/>
              <a:cs typeface="Microsoft Sans Serif"/>
            </a:endParaRPr>
          </a:p>
          <a:p>
            <a:pPr marL="1956435">
              <a:lnSpc>
                <a:spcPct val="100000"/>
              </a:lnSpc>
              <a:spcBef>
                <a:spcPts val="320"/>
              </a:spcBef>
            </a:pPr>
            <a:r>
              <a:rPr dirty="0" sz="1150" spc="30">
                <a:latin typeface="Microsoft Sans Serif"/>
                <a:cs typeface="Microsoft Sans Serif"/>
              </a:rPr>
              <a:t>//statement(s)</a:t>
            </a:r>
            <a:endParaRPr sz="1150">
              <a:latin typeface="Microsoft Sans Serif"/>
              <a:cs typeface="Microsoft Sans Serif"/>
            </a:endParaRPr>
          </a:p>
          <a:p>
            <a:pPr marL="413384">
              <a:lnSpc>
                <a:spcPct val="100000"/>
              </a:lnSpc>
              <a:spcBef>
                <a:spcPts val="320"/>
              </a:spcBef>
            </a:pPr>
            <a:r>
              <a:rPr dirty="0" sz="1150" spc="-10">
                <a:latin typeface="Microsoft Sans Serif"/>
                <a:cs typeface="Microsoft Sans Serif"/>
              </a:rPr>
              <a:t>Block-N;</a:t>
            </a:r>
            <a:endParaRPr sz="1150">
              <a:latin typeface="Microsoft Sans Serif"/>
              <a:cs typeface="Microsoft Sans Serif"/>
            </a:endParaRPr>
          </a:p>
          <a:p>
            <a:pPr marL="1419225">
              <a:lnSpc>
                <a:spcPct val="100000"/>
              </a:lnSpc>
              <a:spcBef>
                <a:spcPts val="320"/>
              </a:spcBef>
            </a:pPr>
            <a:r>
              <a:rPr dirty="0" sz="1150" spc="-5">
                <a:latin typeface="Microsoft Sans Serif"/>
                <a:cs typeface="Microsoft Sans Serif"/>
              </a:rPr>
              <a:t>}</a:t>
            </a:r>
            <a:endParaRPr sz="1150">
              <a:latin typeface="Microsoft Sans Serif"/>
              <a:cs typeface="Microsoft Sans Serif"/>
            </a:endParaRPr>
          </a:p>
          <a:p>
            <a:pPr marL="1453515">
              <a:lnSpc>
                <a:spcPct val="100000"/>
              </a:lnSpc>
              <a:spcBef>
                <a:spcPts val="320"/>
              </a:spcBef>
            </a:pPr>
            <a:r>
              <a:rPr dirty="0" sz="1150">
                <a:latin typeface="Microsoft Sans Serif"/>
                <a:cs typeface="Microsoft Sans Serif"/>
              </a:rPr>
              <a:t>break;</a:t>
            </a:r>
            <a:endParaRPr sz="1150">
              <a:latin typeface="Microsoft Sans Serif"/>
              <a:cs typeface="Microsoft Sans Serif"/>
            </a:endParaRPr>
          </a:p>
          <a:p>
            <a:pPr marL="145415">
              <a:lnSpc>
                <a:spcPct val="100000"/>
              </a:lnSpc>
              <a:spcBef>
                <a:spcPts val="310"/>
              </a:spcBef>
              <a:tabLst>
                <a:tab pos="795020" algn="l"/>
              </a:tabLst>
            </a:pPr>
            <a:r>
              <a:rPr dirty="0" sz="1150" spc="30">
                <a:latin typeface="Microsoft Sans Serif"/>
                <a:cs typeface="Microsoft Sans Serif"/>
              </a:rPr>
              <a:t>default:	</a:t>
            </a:r>
            <a:r>
              <a:rPr dirty="0" sz="1150" spc="-5">
                <a:latin typeface="Microsoft Sans Serif"/>
                <a:cs typeface="Microsoft Sans Serif"/>
              </a:rPr>
              <a:t>{</a:t>
            </a:r>
            <a:endParaRPr sz="1150">
              <a:latin typeface="Microsoft Sans Serif"/>
              <a:cs typeface="Microsoft Sans Serif"/>
            </a:endParaRPr>
          </a:p>
          <a:p>
            <a:pPr marL="413384">
              <a:lnSpc>
                <a:spcPct val="100000"/>
              </a:lnSpc>
              <a:spcBef>
                <a:spcPts val="320"/>
              </a:spcBef>
            </a:pPr>
            <a:r>
              <a:rPr dirty="0" sz="1150" spc="25">
                <a:latin typeface="Microsoft Sans Serif"/>
                <a:cs typeface="Microsoft Sans Serif"/>
              </a:rPr>
              <a:t>//statement(s);</a:t>
            </a:r>
            <a:endParaRPr sz="1150">
              <a:latin typeface="Microsoft Sans Serif"/>
              <a:cs typeface="Microsoft Sans Serif"/>
            </a:endParaRPr>
          </a:p>
          <a:p>
            <a:pPr marL="1285875">
              <a:lnSpc>
                <a:spcPct val="100000"/>
              </a:lnSpc>
              <a:spcBef>
                <a:spcPts val="320"/>
              </a:spcBef>
            </a:pPr>
            <a:r>
              <a:rPr dirty="0" sz="1150" spc="-5">
                <a:latin typeface="Microsoft Sans Serif"/>
                <a:cs typeface="Microsoft Sans Serif"/>
              </a:rPr>
              <a:t>}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150" spc="-5">
                <a:latin typeface="Microsoft Sans Serif"/>
                <a:cs typeface="Microsoft Sans Serif"/>
              </a:rPr>
              <a:t>}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50"/>
              <a:t>While</a:t>
            </a:r>
            <a:r>
              <a:rPr dirty="0" spc="-225"/>
              <a:t> </a:t>
            </a:r>
            <a:r>
              <a:rPr dirty="0" spc="55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2839720" cy="160655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800" spc="60">
                <a:latin typeface="Microsoft Sans Serif"/>
                <a:cs typeface="Microsoft Sans Serif"/>
              </a:rPr>
              <a:t>while(condition)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258445">
              <a:lnSpc>
                <a:spcPct val="100000"/>
              </a:lnSpc>
              <a:spcBef>
                <a:spcPts val="790"/>
              </a:spcBef>
            </a:pPr>
            <a:r>
              <a:rPr dirty="0" sz="2800" spc="290">
                <a:latin typeface="Microsoft Sans Serif"/>
                <a:cs typeface="Microsoft Sans Serif"/>
              </a:rPr>
              <a:t>//</a:t>
            </a:r>
            <a:r>
              <a:rPr dirty="0" sz="2800" spc="-130">
                <a:latin typeface="Microsoft Sans Serif"/>
                <a:cs typeface="Microsoft Sans Serif"/>
              </a:rPr>
              <a:t> </a:t>
            </a:r>
            <a:r>
              <a:rPr dirty="0" sz="2800" spc="90">
                <a:latin typeface="Microsoft Sans Serif"/>
                <a:cs typeface="Microsoft Sans Serif"/>
              </a:rPr>
              <a:t>loop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body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229"/>
              <a:t>for</a:t>
            </a:r>
            <a:r>
              <a:rPr dirty="0" spc="-210"/>
              <a:t> </a:t>
            </a:r>
            <a:r>
              <a:rPr dirty="0" spc="55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30034"/>
            <a:ext cx="6231255" cy="15817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70">
                <a:latin typeface="Microsoft Sans Serif"/>
                <a:cs typeface="Microsoft Sans Serif"/>
              </a:rPr>
              <a:t>for(Initialization;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condition;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incr/decr)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412115">
              <a:lnSpc>
                <a:spcPct val="100000"/>
              </a:lnSpc>
              <a:spcBef>
                <a:spcPts val="690"/>
              </a:spcBef>
            </a:pPr>
            <a:r>
              <a:rPr dirty="0" sz="2800" spc="290">
                <a:latin typeface="Microsoft Sans Serif"/>
                <a:cs typeface="Microsoft Sans Serif"/>
              </a:rPr>
              <a:t>//</a:t>
            </a:r>
            <a:r>
              <a:rPr dirty="0" sz="2800" spc="-135">
                <a:latin typeface="Microsoft Sans Serif"/>
                <a:cs typeface="Microsoft Sans Serif"/>
              </a:rPr>
              <a:t> </a:t>
            </a:r>
            <a:r>
              <a:rPr dirty="0" sz="2800" spc="95">
                <a:latin typeface="Microsoft Sans Serif"/>
                <a:cs typeface="Microsoft Sans Serif"/>
              </a:rPr>
              <a:t>loop</a:t>
            </a:r>
            <a:r>
              <a:rPr dirty="0" sz="2800" spc="-135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body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229"/>
              <a:t>for</a:t>
            </a:r>
            <a:r>
              <a:rPr dirty="0" spc="-210"/>
              <a:t> </a:t>
            </a:r>
            <a:r>
              <a:rPr dirty="0" spc="55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30034"/>
            <a:ext cx="3893185" cy="15817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175">
                <a:latin typeface="Microsoft Sans Serif"/>
                <a:cs typeface="Microsoft Sans Serif"/>
              </a:rPr>
              <a:t>for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(var</a:t>
            </a:r>
            <a:r>
              <a:rPr dirty="0" sz="2800" spc="-110">
                <a:latin typeface="Microsoft Sans Serif"/>
                <a:cs typeface="Microsoft Sans Serif"/>
              </a:rPr>
              <a:t> </a:t>
            </a:r>
            <a:r>
              <a:rPr dirty="0" sz="2800" spc="65">
                <a:latin typeface="Microsoft Sans Serif"/>
                <a:cs typeface="Microsoft Sans Serif"/>
              </a:rPr>
              <a:t>i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in</a:t>
            </a:r>
            <a:r>
              <a:rPr dirty="0" sz="2800" spc="-114">
                <a:latin typeface="Microsoft Sans Serif"/>
                <a:cs typeface="Microsoft Sans Serif"/>
              </a:rPr>
              <a:t> </a:t>
            </a:r>
            <a:r>
              <a:rPr dirty="0" sz="2800" spc="10">
                <a:latin typeface="Microsoft Sans Serif"/>
                <a:cs typeface="Microsoft Sans Serif"/>
              </a:rPr>
              <a:t>expression)</a:t>
            </a:r>
            <a:r>
              <a:rPr dirty="0" sz="2800" spc="-12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412115">
              <a:lnSpc>
                <a:spcPct val="100000"/>
              </a:lnSpc>
              <a:spcBef>
                <a:spcPts val="690"/>
              </a:spcBef>
            </a:pPr>
            <a:r>
              <a:rPr dirty="0" sz="2800" spc="90">
                <a:latin typeface="Microsoft Sans Serif"/>
                <a:cs typeface="Microsoft Sans Serif"/>
              </a:rPr>
              <a:t>//statement(s)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671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 spc="75"/>
              <a:t>do-while</a:t>
            </a:r>
            <a:r>
              <a:rPr dirty="0" spc="-210"/>
              <a:t> </a:t>
            </a:r>
            <a:r>
              <a:rPr dirty="0" spc="55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2926715" cy="160655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800" spc="85">
                <a:latin typeface="Microsoft Sans Serif"/>
                <a:cs typeface="Microsoft Sans Serif"/>
              </a:rPr>
              <a:t>do</a:t>
            </a:r>
            <a:r>
              <a:rPr dirty="0" sz="2800" spc="-140">
                <a:latin typeface="Microsoft Sans Serif"/>
                <a:cs typeface="Microsoft Sans Serif"/>
              </a:rPr>
              <a:t> </a:t>
            </a:r>
            <a:r>
              <a:rPr dirty="0" sz="2800" spc="-5">
                <a:latin typeface="Microsoft Sans Serif"/>
                <a:cs typeface="Microsoft Sans Serif"/>
              </a:rPr>
              <a:t>{</a:t>
            </a:r>
            <a:endParaRPr sz="2800">
              <a:latin typeface="Microsoft Sans Serif"/>
              <a:cs typeface="Microsoft Sans Serif"/>
            </a:endParaRPr>
          </a:p>
          <a:p>
            <a:pPr marL="340995">
              <a:lnSpc>
                <a:spcPct val="100000"/>
              </a:lnSpc>
              <a:spcBef>
                <a:spcPts val="790"/>
              </a:spcBef>
            </a:pPr>
            <a:r>
              <a:rPr dirty="0" sz="2800" spc="290">
                <a:latin typeface="Microsoft Sans Serif"/>
                <a:cs typeface="Microsoft Sans Serif"/>
              </a:rPr>
              <a:t>//</a:t>
            </a:r>
            <a:r>
              <a:rPr dirty="0" sz="2800" spc="-135">
                <a:latin typeface="Microsoft Sans Serif"/>
                <a:cs typeface="Microsoft Sans Serif"/>
              </a:rPr>
              <a:t> </a:t>
            </a:r>
            <a:r>
              <a:rPr dirty="0" sz="2800" spc="95">
                <a:latin typeface="Microsoft Sans Serif"/>
                <a:cs typeface="Microsoft Sans Serif"/>
              </a:rPr>
              <a:t>loop</a:t>
            </a:r>
            <a:r>
              <a:rPr dirty="0" sz="2800" spc="-135">
                <a:latin typeface="Microsoft Sans Serif"/>
                <a:cs typeface="Microsoft Sans Serif"/>
              </a:rPr>
              <a:t> </a:t>
            </a:r>
            <a:r>
              <a:rPr dirty="0" sz="2800" spc="60">
                <a:latin typeface="Microsoft Sans Serif"/>
                <a:cs typeface="Microsoft Sans Serif"/>
              </a:rPr>
              <a:t>body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800" spc="-5">
                <a:latin typeface="Microsoft Sans Serif"/>
                <a:cs typeface="Microsoft Sans Serif"/>
              </a:rPr>
              <a:t>}</a:t>
            </a:r>
            <a:r>
              <a:rPr dirty="0" sz="2800" spc="-185">
                <a:latin typeface="Microsoft Sans Serif"/>
                <a:cs typeface="Microsoft Sans Serif"/>
              </a:rPr>
              <a:t> </a:t>
            </a:r>
            <a:r>
              <a:rPr dirty="0" sz="2800" spc="55">
                <a:latin typeface="Microsoft Sans Serif"/>
                <a:cs typeface="Microsoft Sans Serif"/>
              </a:rPr>
              <a:t>while(condition);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81821" y="5403999"/>
            <a:ext cx="3868420" cy="9601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850">
              <a:lnSpc>
                <a:spcPct val="127800"/>
              </a:lnSpc>
              <a:spcBef>
                <a:spcPts val="95"/>
              </a:spcBef>
            </a:pPr>
            <a:r>
              <a:rPr dirty="0" sz="2400" b="1">
                <a:solidFill>
                  <a:srgbClr val="0000FF"/>
                </a:solidFill>
                <a:latin typeface="Courier New"/>
                <a:cs typeface="Courier New"/>
                <a:hlinkClick r:id="rId2"/>
              </a:rPr>
              <a:t>contact@mitu.co.in </a:t>
            </a:r>
            <a:r>
              <a:rPr dirty="0" sz="2400" spc="5" b="1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Courier New"/>
                <a:cs typeface="Courier New"/>
                <a:hlinkClick r:id="rId3"/>
              </a:rPr>
              <a:t>tushar@tusharkute.com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089025"/>
          </a:xfrm>
          <a:prstGeom prst="rect"/>
          <a:solidFill>
            <a:srgbClr val="7E7E7E"/>
          </a:solidFill>
        </p:spPr>
        <p:txBody>
          <a:bodyPr wrap="square" lIns="0" tIns="347980" rIns="0" bIns="0" rtlCol="0" vert="horz">
            <a:spAutoFit/>
          </a:bodyPr>
          <a:lstStyle/>
          <a:p>
            <a:pPr algn="ctr" marR="402590">
              <a:lnSpc>
                <a:spcPct val="100000"/>
              </a:lnSpc>
              <a:spcBef>
                <a:spcPts val="2740"/>
              </a:spcBef>
            </a:pPr>
            <a:r>
              <a:rPr dirty="0" spc="-25"/>
              <a:t>Thank</a:t>
            </a:r>
            <a:r>
              <a:rPr dirty="0" spc="-150"/>
              <a:t> </a:t>
            </a:r>
            <a:r>
              <a:rPr dirty="0" spc="55"/>
              <a:t>you</a:t>
            </a:r>
          </a:p>
        </p:txBody>
      </p:sp>
      <p:sp>
        <p:nvSpPr>
          <p:cNvPr id="6" name="object 6"/>
          <p:cNvSpPr/>
          <p:nvPr/>
        </p:nvSpPr>
        <p:spPr>
          <a:xfrm>
            <a:off x="36360" y="1368005"/>
            <a:ext cx="9000490" cy="432434"/>
          </a:xfrm>
          <a:custGeom>
            <a:avLst/>
            <a:gdLst/>
            <a:ahLst/>
            <a:cxnLst/>
            <a:rect l="l" t="t" r="r" b="b"/>
            <a:pathLst>
              <a:path w="9000490" h="432435">
                <a:moveTo>
                  <a:pt x="8999994" y="0"/>
                </a:moveTo>
                <a:lnTo>
                  <a:pt x="0" y="0"/>
                </a:lnTo>
                <a:lnTo>
                  <a:pt x="0" y="431990"/>
                </a:lnTo>
                <a:lnTo>
                  <a:pt x="4500003" y="431990"/>
                </a:lnTo>
                <a:lnTo>
                  <a:pt x="8999994" y="431990"/>
                </a:lnTo>
                <a:lnTo>
                  <a:pt x="89999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6360" y="1368005"/>
            <a:ext cx="9000490" cy="432434"/>
          </a:xfrm>
          <a:prstGeom prst="rect">
            <a:avLst/>
          </a:prstGeom>
          <a:ln w="3175">
            <a:solidFill>
              <a:srgbClr val="FFD21F"/>
            </a:solidFill>
          </a:ln>
        </p:spPr>
        <p:txBody>
          <a:bodyPr wrap="square" lIns="0" tIns="1092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60"/>
              </a:spcBef>
            </a:pPr>
            <a:r>
              <a:rPr dirty="0" sz="1400" spc="-45" i="1">
                <a:latin typeface="Arial"/>
                <a:cs typeface="Arial"/>
              </a:rPr>
              <a:t>This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10" i="1">
                <a:latin typeface="Arial"/>
                <a:cs typeface="Arial"/>
              </a:rPr>
              <a:t>presentation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45" i="1">
                <a:latin typeface="Arial"/>
                <a:cs typeface="Arial"/>
              </a:rPr>
              <a:t>is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created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using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5" i="1">
                <a:latin typeface="Arial"/>
                <a:cs typeface="Arial"/>
              </a:rPr>
              <a:t>LibreOffice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45" i="1">
                <a:latin typeface="Arial"/>
                <a:cs typeface="Arial"/>
              </a:rPr>
              <a:t>Impress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5.1.6.2,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35" i="1">
                <a:latin typeface="Arial"/>
                <a:cs typeface="Arial"/>
              </a:rPr>
              <a:t>can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30" i="1">
                <a:latin typeface="Arial"/>
                <a:cs typeface="Arial"/>
              </a:rPr>
              <a:t>be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-50" i="1">
                <a:latin typeface="Arial"/>
                <a:cs typeface="Arial"/>
              </a:rPr>
              <a:t>used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15" i="1">
                <a:latin typeface="Arial"/>
                <a:cs typeface="Arial"/>
              </a:rPr>
              <a:t>freely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70" i="1">
                <a:latin typeface="Arial"/>
                <a:cs typeface="Arial"/>
              </a:rPr>
              <a:t>as</a:t>
            </a:r>
            <a:r>
              <a:rPr dirty="0" sz="1400" spc="-75" i="1">
                <a:latin typeface="Arial"/>
                <a:cs typeface="Arial"/>
              </a:rPr>
              <a:t> </a:t>
            </a:r>
            <a:r>
              <a:rPr dirty="0" sz="1400" spc="-5" i="1">
                <a:latin typeface="Arial"/>
                <a:cs typeface="Arial"/>
              </a:rPr>
              <a:t>per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100" i="1">
                <a:latin typeface="Arial"/>
                <a:cs typeface="Arial"/>
              </a:rPr>
              <a:t>GNU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30" i="1">
                <a:latin typeface="Arial"/>
                <a:cs typeface="Arial"/>
              </a:rPr>
              <a:t>General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15" i="1">
                <a:latin typeface="Arial"/>
                <a:cs typeface="Arial"/>
              </a:rPr>
              <a:t>Public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50" i="1">
                <a:latin typeface="Arial"/>
                <a:cs typeface="Arial"/>
              </a:rPr>
              <a:t>License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8363" y="4176001"/>
            <a:ext cx="3384550" cy="1080135"/>
          </a:xfrm>
          <a:custGeom>
            <a:avLst/>
            <a:gdLst/>
            <a:ahLst/>
            <a:cxnLst/>
            <a:rect l="l" t="t" r="r" b="b"/>
            <a:pathLst>
              <a:path w="3384550" h="1080135">
                <a:moveTo>
                  <a:pt x="3383991" y="0"/>
                </a:moveTo>
                <a:lnTo>
                  <a:pt x="0" y="0"/>
                </a:lnTo>
                <a:lnTo>
                  <a:pt x="0" y="1079995"/>
                </a:lnTo>
                <a:lnTo>
                  <a:pt x="1691995" y="1079995"/>
                </a:lnTo>
                <a:lnTo>
                  <a:pt x="3383991" y="1079995"/>
                </a:lnTo>
                <a:lnTo>
                  <a:pt x="3383991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08363" y="4176001"/>
            <a:ext cx="3384550" cy="1080135"/>
          </a:xfrm>
          <a:prstGeom prst="rect">
            <a:avLst/>
          </a:prstGeom>
          <a:ln w="3175">
            <a:solidFill>
              <a:srgbClr val="3364A3"/>
            </a:solidFill>
          </a:ln>
        </p:spPr>
        <p:txBody>
          <a:bodyPr wrap="square" lIns="0" tIns="128270" rIns="0" bIns="0" rtlCol="0" vert="horz">
            <a:spAutoFit/>
          </a:bodyPr>
          <a:lstStyle/>
          <a:p>
            <a:pPr algn="ctr" marL="537845" marR="531495">
              <a:lnSpc>
                <a:spcPct val="100000"/>
              </a:lnSpc>
              <a:spcBef>
                <a:spcPts val="1010"/>
              </a:spcBef>
            </a:pPr>
            <a:r>
              <a:rPr dirty="0" sz="1800" spc="10" b="1">
                <a:latin typeface="Arial"/>
                <a:cs typeface="Arial"/>
              </a:rPr>
              <a:t>Web </a:t>
            </a:r>
            <a:r>
              <a:rPr dirty="0" sz="1800" spc="-40" b="1">
                <a:latin typeface="Arial"/>
                <a:cs typeface="Arial"/>
              </a:rPr>
              <a:t>Resources 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55">
                <a:latin typeface="Microsoft Sans Serif"/>
                <a:cs typeface="Microsoft Sans Serif"/>
              </a:rPr>
              <a:t>https://mitu.co.in </a:t>
            </a:r>
            <a:r>
              <a:rPr dirty="0" sz="1800" spc="60">
                <a:latin typeface="Microsoft Sans Serif"/>
                <a:cs typeface="Microsoft Sans Serif"/>
              </a:rPr>
              <a:t> </a:t>
            </a:r>
            <a:r>
              <a:rPr dirty="0" sz="1800" spc="165">
                <a:latin typeface="Microsoft Sans Serif"/>
                <a:cs typeface="Microsoft Sans Serif"/>
                <a:hlinkClick r:id="rId4"/>
              </a:rPr>
              <a:t>h</a:t>
            </a:r>
            <a:r>
              <a:rPr dirty="0" sz="1800" spc="7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40">
                <a:latin typeface="Microsoft Sans Serif"/>
                <a:cs typeface="Microsoft Sans Serif"/>
                <a:hlinkClick r:id="rId4"/>
              </a:rPr>
              <a:t>p</a:t>
            </a:r>
            <a:r>
              <a:rPr dirty="0" sz="1800" spc="-55">
                <a:latin typeface="Microsoft Sans Serif"/>
                <a:cs typeface="Microsoft Sans Serif"/>
                <a:hlinkClick r:id="rId4"/>
              </a:rPr>
              <a:t>:</a:t>
            </a:r>
            <a:r>
              <a:rPr dirty="0" sz="1800" spc="185">
                <a:latin typeface="Microsoft Sans Serif"/>
                <a:cs typeface="Microsoft Sans Serif"/>
                <a:hlinkClick r:id="rId4"/>
              </a:rPr>
              <a:t>/</a:t>
            </a:r>
            <a:r>
              <a:rPr dirty="0" sz="1800" spc="195">
                <a:latin typeface="Microsoft Sans Serif"/>
                <a:cs typeface="Microsoft Sans Serif"/>
                <a:hlinkClick r:id="rId4"/>
              </a:rPr>
              <a:t>/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25">
                <a:latin typeface="Microsoft Sans Serif"/>
                <a:cs typeface="Microsoft Sans Serif"/>
                <a:hlinkClick r:id="rId4"/>
              </a:rPr>
              <a:t>u</a:t>
            </a:r>
            <a:r>
              <a:rPr dirty="0" sz="1800" spc="-95">
                <a:latin typeface="Microsoft Sans Serif"/>
                <a:cs typeface="Microsoft Sans Serif"/>
                <a:hlinkClick r:id="rId4"/>
              </a:rPr>
              <a:t>s</a:t>
            </a:r>
            <a:r>
              <a:rPr dirty="0" sz="1800" spc="-20">
                <a:latin typeface="Microsoft Sans Serif"/>
                <a:cs typeface="Microsoft Sans Serif"/>
                <a:hlinkClick r:id="rId4"/>
              </a:rPr>
              <a:t>h</a:t>
            </a:r>
            <a:r>
              <a:rPr dirty="0" sz="1800" spc="-30">
                <a:latin typeface="Microsoft Sans Serif"/>
                <a:cs typeface="Microsoft Sans Serif"/>
                <a:hlinkClick r:id="rId4"/>
              </a:rPr>
              <a:t>a</a:t>
            </a:r>
            <a:r>
              <a:rPr dirty="0" sz="1800" spc="95">
                <a:latin typeface="Microsoft Sans Serif"/>
                <a:cs typeface="Microsoft Sans Serif"/>
                <a:hlinkClick r:id="rId4"/>
              </a:rPr>
              <a:t>r</a:t>
            </a:r>
            <a:r>
              <a:rPr dirty="0" sz="1800" spc="30">
                <a:latin typeface="Microsoft Sans Serif"/>
                <a:cs typeface="Microsoft Sans Serif"/>
                <a:hlinkClick r:id="rId4"/>
              </a:rPr>
              <a:t>k</a:t>
            </a:r>
            <a:r>
              <a:rPr dirty="0" sz="1800" spc="30">
                <a:latin typeface="Microsoft Sans Serif"/>
                <a:cs typeface="Microsoft Sans Serif"/>
                <a:hlinkClick r:id="rId4"/>
              </a:rPr>
              <a:t>u</a:t>
            </a:r>
            <a:r>
              <a:rPr dirty="0" sz="1800" spc="215">
                <a:latin typeface="Microsoft Sans Serif"/>
                <a:cs typeface="Microsoft Sans Serif"/>
                <a:hlinkClick r:id="rId4"/>
              </a:rPr>
              <a:t>t</a:t>
            </a:r>
            <a:r>
              <a:rPr dirty="0" sz="1800" spc="5">
                <a:latin typeface="Microsoft Sans Serif"/>
                <a:cs typeface="Microsoft Sans Serif"/>
                <a:hlinkClick r:id="rId4"/>
              </a:rPr>
              <a:t>e</a:t>
            </a:r>
            <a:r>
              <a:rPr dirty="0" sz="1800" spc="-65">
                <a:latin typeface="Microsoft Sans Serif"/>
                <a:cs typeface="Microsoft Sans Serif"/>
                <a:hlinkClick r:id="rId4"/>
              </a:rPr>
              <a:t>.</a:t>
            </a:r>
            <a:r>
              <a:rPr dirty="0" sz="1800" spc="-65">
                <a:latin typeface="Microsoft Sans Serif"/>
                <a:cs typeface="Microsoft Sans Serif"/>
                <a:hlinkClick r:id="rId4"/>
              </a:rPr>
              <a:t>c</a:t>
            </a:r>
            <a:r>
              <a:rPr dirty="0" sz="1800" spc="65">
                <a:latin typeface="Microsoft Sans Serif"/>
                <a:cs typeface="Microsoft Sans Serif"/>
                <a:hlinkClick r:id="rId4"/>
              </a:rPr>
              <a:t>o</a:t>
            </a:r>
            <a:r>
              <a:rPr dirty="0" sz="1800" spc="50">
                <a:latin typeface="Microsoft Sans Serif"/>
                <a:cs typeface="Microsoft Sans Serif"/>
                <a:hlinkClick r:id="rId4"/>
              </a:rPr>
              <a:t>m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633" y="3161157"/>
            <a:ext cx="1494713" cy="2584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6033" y="2225878"/>
            <a:ext cx="706323" cy="7063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84361" y="2231644"/>
            <a:ext cx="959764" cy="7200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114537" y="3182657"/>
            <a:ext cx="15443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90">
                <a:solidFill>
                  <a:srgbClr val="3C5997"/>
                </a:solidFill>
                <a:latin typeface="Trebuchet MS"/>
                <a:cs typeface="Trebuchet MS"/>
              </a:rPr>
              <a:t>/</a:t>
            </a:r>
            <a:r>
              <a:rPr dirty="0" sz="1400" spc="204">
                <a:solidFill>
                  <a:srgbClr val="3C5997"/>
                </a:solidFill>
                <a:latin typeface="Trebuchet MS"/>
                <a:cs typeface="Trebuchet MS"/>
              </a:rPr>
              <a:t>m</a:t>
            </a:r>
            <a:r>
              <a:rPr dirty="0" sz="1400" spc="2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30">
                <a:solidFill>
                  <a:srgbClr val="3C5997"/>
                </a:solidFill>
                <a:latin typeface="Trebuchet MS"/>
                <a:cs typeface="Trebuchet MS"/>
              </a:rPr>
              <a:t>T</a:t>
            </a:r>
            <a:r>
              <a:rPr dirty="0" sz="1400" spc="120">
                <a:solidFill>
                  <a:srgbClr val="3C5997"/>
                </a:solidFill>
                <a:latin typeface="Trebuchet MS"/>
                <a:cs typeface="Trebuchet MS"/>
              </a:rPr>
              <a:t>u</a:t>
            </a:r>
            <a:r>
              <a:rPr dirty="0" sz="1400" spc="215">
                <a:solidFill>
                  <a:srgbClr val="3C5997"/>
                </a:solidFill>
                <a:latin typeface="Trebuchet MS"/>
                <a:cs typeface="Trebuchet MS"/>
              </a:rPr>
              <a:t>S</a:t>
            </a:r>
            <a:r>
              <a:rPr dirty="0" sz="1400" spc="105">
                <a:solidFill>
                  <a:srgbClr val="3C5997"/>
                </a:solidFill>
                <a:latin typeface="Trebuchet MS"/>
                <a:cs typeface="Trebuchet MS"/>
              </a:rPr>
              <a:t>k</a:t>
            </a:r>
            <a:r>
              <a:rPr dirty="0" sz="1400" spc="-1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-1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-2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114">
                <a:solidFill>
                  <a:srgbClr val="3C5997"/>
                </a:solidFill>
                <a:latin typeface="Trebuchet MS"/>
                <a:cs typeface="Trebuchet MS"/>
              </a:rPr>
              <a:t>o</a:t>
            </a:r>
            <a:r>
              <a:rPr dirty="0" sz="1400" spc="-25">
                <a:solidFill>
                  <a:srgbClr val="3C5997"/>
                </a:solidFill>
                <a:latin typeface="Trebuchet MS"/>
                <a:cs typeface="Trebuchet MS"/>
              </a:rPr>
              <a:t>l</a:t>
            </a:r>
            <a:r>
              <a:rPr dirty="0" sz="1400" spc="114">
                <a:solidFill>
                  <a:srgbClr val="3C5997"/>
                </a:solidFill>
                <a:latin typeface="Trebuchet MS"/>
                <a:cs typeface="Trebuchet MS"/>
              </a:rPr>
              <a:t>o</a:t>
            </a:r>
            <a:r>
              <a:rPr dirty="0" sz="1400" spc="175">
                <a:solidFill>
                  <a:srgbClr val="3C5997"/>
                </a:solidFill>
                <a:latin typeface="Trebuchet MS"/>
                <a:cs typeface="Trebuchet MS"/>
              </a:rPr>
              <a:t>g</a:t>
            </a:r>
            <a:r>
              <a:rPr dirty="0" sz="1400" spc="-5">
                <a:solidFill>
                  <a:srgbClr val="3C5997"/>
                </a:solidFill>
                <a:latin typeface="Trebuchet MS"/>
                <a:cs typeface="Trebuchet MS"/>
              </a:rPr>
              <a:t>i</a:t>
            </a:r>
            <a:r>
              <a:rPr dirty="0" sz="1400" spc="90">
                <a:solidFill>
                  <a:srgbClr val="3C5997"/>
                </a:solidFill>
                <a:latin typeface="Trebuchet MS"/>
                <a:cs typeface="Trebuchet MS"/>
              </a:rPr>
              <a:t>e</a:t>
            </a:r>
            <a:r>
              <a:rPr dirty="0" sz="1400" spc="160">
                <a:solidFill>
                  <a:srgbClr val="3C5997"/>
                </a:solidFill>
                <a:latin typeface="Trebuchet MS"/>
                <a:cs typeface="Trebuchet MS"/>
              </a:rPr>
              <a:t>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84357" y="2188806"/>
            <a:ext cx="791997" cy="79307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023258" y="3129381"/>
            <a:ext cx="12592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45">
                <a:solidFill>
                  <a:srgbClr val="2CA9E0"/>
                </a:solidFill>
                <a:latin typeface="Microsoft Sans Serif"/>
                <a:cs typeface="Microsoft Sans Serif"/>
              </a:rPr>
              <a:t>@m</a:t>
            </a:r>
            <a:r>
              <a:rPr dirty="0" sz="1500" spc="5">
                <a:solidFill>
                  <a:srgbClr val="2CA9E0"/>
                </a:solidFill>
                <a:latin typeface="Microsoft Sans Serif"/>
                <a:cs typeface="Microsoft Sans Serif"/>
              </a:rPr>
              <a:t>i</a:t>
            </a:r>
            <a:r>
              <a:rPr dirty="0" sz="1500" spc="145">
                <a:solidFill>
                  <a:srgbClr val="2CA9E0"/>
                </a:solidFill>
                <a:latin typeface="Microsoft Sans Serif"/>
                <a:cs typeface="Microsoft Sans Serif"/>
              </a:rPr>
              <a:t>t</a:t>
            </a:r>
            <a:r>
              <a:rPr dirty="0" sz="1500" spc="30">
                <a:solidFill>
                  <a:srgbClr val="2CA9E0"/>
                </a:solidFill>
                <a:latin typeface="Microsoft Sans Serif"/>
                <a:cs typeface="Microsoft Sans Serif"/>
              </a:rPr>
              <a:t>u_</a:t>
            </a:r>
            <a:r>
              <a:rPr dirty="0" sz="1500" spc="25">
                <a:solidFill>
                  <a:srgbClr val="2CA9E0"/>
                </a:solidFill>
                <a:latin typeface="Microsoft Sans Serif"/>
                <a:cs typeface="Microsoft Sans Serif"/>
              </a:rPr>
              <a:t>g</a:t>
            </a:r>
            <a:r>
              <a:rPr dirty="0" sz="1500" spc="75">
                <a:solidFill>
                  <a:srgbClr val="2CA9E0"/>
                </a:solidFill>
                <a:latin typeface="Microsoft Sans Serif"/>
                <a:cs typeface="Microsoft Sans Serif"/>
              </a:rPr>
              <a:t>r</a:t>
            </a:r>
            <a:r>
              <a:rPr dirty="0" sz="1500" spc="75">
                <a:solidFill>
                  <a:srgbClr val="2CA9E0"/>
                </a:solidFill>
                <a:latin typeface="Microsoft Sans Serif"/>
                <a:cs typeface="Microsoft Sans Serif"/>
              </a:rPr>
              <a:t>o</a:t>
            </a:r>
            <a:r>
              <a:rPr dirty="0" sz="1500" spc="85">
                <a:solidFill>
                  <a:srgbClr val="2CA9E0"/>
                </a:solidFill>
                <a:latin typeface="Microsoft Sans Serif"/>
                <a:cs typeface="Microsoft Sans Serif"/>
              </a:rPr>
              <a:t>up</a:t>
            </a:r>
            <a:endParaRPr sz="15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84354" y="2294280"/>
            <a:ext cx="657364" cy="65736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51054" y="3357981"/>
            <a:ext cx="10071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solidFill>
                  <a:srgbClr val="2CA9E0"/>
                </a:solidFill>
                <a:latin typeface="Microsoft Sans Serif"/>
                <a:cs typeface="Microsoft Sans Serif"/>
              </a:rPr>
              <a:t>skillologies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17425" y="3129381"/>
            <a:ext cx="32067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1960" algn="l"/>
              </a:tabLst>
            </a:pPr>
            <a:r>
              <a:rPr dirty="0" sz="1500" spc="85">
                <a:solidFill>
                  <a:srgbClr val="2CA9E0"/>
                </a:solidFill>
                <a:latin typeface="Microsoft Sans Serif"/>
                <a:cs typeface="Microsoft Sans Serif"/>
              </a:rPr>
              <a:t>/company/mitu-	</a:t>
            </a:r>
            <a:r>
              <a:rPr dirty="0" baseline="3703" sz="2250" spc="37">
                <a:solidFill>
                  <a:srgbClr val="FF3333"/>
                </a:solidFill>
                <a:latin typeface="Microsoft Sans Serif"/>
                <a:cs typeface="Microsoft Sans Serif"/>
              </a:rPr>
              <a:t>MITUSkillologies</a:t>
            </a:r>
            <a:endParaRPr baseline="3703" sz="2250">
              <a:latin typeface="Microsoft Sans Serif"/>
              <a:cs typeface="Microsoft Sans Serif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40357" y="2268359"/>
            <a:ext cx="1120317" cy="6112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Presentation Magazine</dc:creator>
  <dc:title>Formal Powerpoint presentation</dc:title>
  <dcterms:created xsi:type="dcterms:W3CDTF">2024-08-19T17:19:16Z</dcterms:created>
  <dcterms:modified xsi:type="dcterms:W3CDTF">2024-08-19T17:19:16Z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2022-04-04T00:00:00Z</vt:filetime>
  </property>
  <property fmtid="{D5CDD505-2E9C-101B-9397-08002B2CF9AE}" pid="3" name="Creator">
    <vt:lpwstr>Impress</vt:lpwstr>
  </property>
  <property fmtid="{D5CDD505-2E9C-101B-9397-08002B2CF9AE}" pid="4" name="LastSaved">
    <vt:filetime>2022-04-04T00:00:00Z</vt:filetime>
  </property>
</Properties>
</file>